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5" r:id="rId6"/>
    <p:sldId id="264" r:id="rId7"/>
    <p:sldId id="258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122" autoAdjust="0"/>
    <p:restoredTop sz="96224" autoAdjust="0"/>
  </p:normalViewPr>
  <p:slideViewPr>
    <p:cSldViewPr snapToGrid="0">
      <p:cViewPr>
        <p:scale>
          <a:sx n="120" d="100"/>
          <a:sy n="120" d="100"/>
        </p:scale>
        <p:origin x="1404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2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84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096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911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254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4714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38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b="0" dirty="0">
              <a:effectLst/>
            </a:endParaRPr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5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7200" y="177072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8109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15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77072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/>
        </p:nvSpPr>
        <p:spPr>
          <a:xfrm>
            <a:off x="300036" y="4714638"/>
            <a:ext cx="8601075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sz="2400" b="1" dirty="0"/>
              <a:t>JIIC - 9ª Jornada de Integração e Iniciação Científica</a:t>
            </a:r>
            <a:endParaRPr lang="pt-BR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 dirty="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58"/>
    </mc:Choice>
    <mc:Fallback xmlns="">
      <p:transition spd="slow" advTm="965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57200" y="5029200"/>
            <a:ext cx="82296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2800" dirty="0">
                <a:latin typeface="Georgia" panose="02040502050405020303" pitchFamily="18" charset="0"/>
              </a:rPr>
              <a:t>Leonardo Tasca</a:t>
            </a:r>
            <a:endParaRPr sz="2800" dirty="0">
              <a:latin typeface="Georgia" panose="02040502050405020303" pitchFamily="18" charset="0"/>
            </a:endParaRPr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B2B0347D-705F-44A5-B3AD-16FFAAEBE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528" y="1215766"/>
            <a:ext cx="4212944" cy="32895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41"/>
    </mc:Choice>
    <mc:Fallback xmlns="">
      <p:transition spd="slow" advTm="126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>
                <a:latin typeface="Georgia" panose="02040502050405020303" pitchFamily="18" charset="0"/>
              </a:rPr>
              <a:t>O que é?</a:t>
            </a:r>
            <a:endParaRPr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058"/>
    </mc:Choice>
    <mc:Fallback xmlns="">
      <p:transition spd="slow" advTm="890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>
                <a:latin typeface="Georgia" panose="02040502050405020303" pitchFamily="18" charset="0"/>
              </a:rPr>
              <a:t>Protótipo de Telas</a:t>
            </a:r>
            <a:endParaRPr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647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58"/>
    </mc:Choice>
    <mc:Fallback>
      <p:transition spd="slow" advTm="8905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>
                <a:latin typeface="Georgia" panose="02040502050405020303" pitchFamily="18" charset="0"/>
              </a:rPr>
              <a:t>Front-</a:t>
            </a:r>
            <a:r>
              <a:rPr lang="pt-BR" dirty="0" err="1">
                <a:latin typeface="Georgia" panose="02040502050405020303" pitchFamily="18" charset="0"/>
              </a:rPr>
              <a:t>end</a:t>
            </a:r>
            <a:endParaRPr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242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58"/>
    </mc:Choice>
    <mc:Fallback>
      <p:transition spd="slow" advTm="890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>
                <a:latin typeface="Georgia" panose="02040502050405020303" pitchFamily="18" charset="0"/>
              </a:rPr>
              <a:t>Back-</a:t>
            </a:r>
            <a:r>
              <a:rPr lang="pt-BR" dirty="0" err="1">
                <a:latin typeface="Georgia" panose="02040502050405020303" pitchFamily="18" charset="0"/>
              </a:rPr>
              <a:t>end</a:t>
            </a:r>
            <a:endParaRPr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96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058"/>
    </mc:Choice>
    <mc:Fallback>
      <p:transition spd="slow" advTm="8905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7"/>
    </mc:Choice>
    <mc:Fallback xmlns="">
      <p:transition spd="slow" advTm="503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20</Words>
  <Application>Microsoft Office PowerPoint</Application>
  <PresentationFormat>Apresentação na tela (4:3)</PresentationFormat>
  <Paragraphs>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Comic Sans MS</vt:lpstr>
      <vt:lpstr>Georgia</vt:lpstr>
      <vt:lpstr>Office Theme</vt:lpstr>
      <vt:lpstr>Apresentação do PowerPoint</vt:lpstr>
      <vt:lpstr>Leonardo Tasca</vt:lpstr>
      <vt:lpstr>O que é?</vt:lpstr>
      <vt:lpstr>Protótipo de Telas</vt:lpstr>
      <vt:lpstr>Front-end</vt:lpstr>
      <vt:lpstr>Back-end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Leonardo Tasca</dc:creator>
  <cp:lastModifiedBy>Leonardo Tasca</cp:lastModifiedBy>
  <cp:revision>23</cp:revision>
  <dcterms:modified xsi:type="dcterms:W3CDTF">2021-06-18T23:59:40Z</dcterms:modified>
</cp:coreProperties>
</file>